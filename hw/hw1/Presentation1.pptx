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0DB4-085A-36E7-C999-16FD52D61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B50B9D-FE0B-BE2E-5104-8565E81BD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F914B-8A10-D3EF-A3F2-96ACB79A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AB269-5EA1-421C-8735-AB8E69ED47B0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33166-E801-3420-884F-A0B64EA3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E7190-6C1E-6F5D-6755-82EC700D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64DA-920B-4960-869C-37E9D542EC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485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E386C-5513-9D41-767F-01534896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E2FC-0CD3-6343-7AD6-632329E13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4C658-A0C7-22DB-B384-276D326F0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AB269-5EA1-421C-8735-AB8E69ED47B0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9B892-436A-5506-7E8D-6BAD1BCF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EDD93-1D84-D922-55A8-557EB500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64DA-920B-4960-869C-37E9D542EC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3553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ED578-5349-87D2-733A-CA9A8D37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DCFE3-A16A-83C2-6519-E9187119E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85781-CF0C-430A-F819-7C1282DB9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AB269-5EA1-421C-8735-AB8E69ED47B0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E184D-7016-B1D3-0BD6-325CDB70A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5C45D-F7EA-44C3-9A66-BDBAECB7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64DA-920B-4960-869C-37E9D542EC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1515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6E04-B212-3C81-3A7C-349391A4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35C1A-945A-A2F0-0122-0C6FEB06F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39130-DC19-AAB9-60D2-E4DAF958E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FC5D4-A4A5-94F9-9F11-73F09356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AB269-5EA1-421C-8735-AB8E69ED47B0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C453B-27FD-9170-EB40-C40B42995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30EA0-1D74-6AAD-055C-D29846ED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64DA-920B-4960-869C-37E9D542EC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8839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66B9-0727-6CE3-250F-D896DCA28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0E514-BCD6-2F30-44F2-7A9FF42F9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B6E3B-6240-04B9-5E70-480D82A1E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F2B190-1E1E-3CF7-D4DA-2605EC302F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0F4428-17C0-E6C3-8587-544573BDEF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EE125-190F-2EC7-BE29-1108DF2A2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AB269-5EA1-421C-8735-AB8E69ED47B0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A5AA3-7FFC-D109-865D-6A4A43AC6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A9C1C7-09EE-A4B9-D6C0-4B14CCFFB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64DA-920B-4960-869C-37E9D542EC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6632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8C52-9772-8230-DCAB-637DF9191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BE3FA0-DABC-21CB-B997-53B57439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AB269-5EA1-421C-8735-AB8E69ED47B0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BDF7E-0D90-FB1C-9E21-347F2A2AF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99453-C099-8E1C-B74F-696AA428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64DA-920B-4960-869C-37E9D542EC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07737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6EB9C-B924-E4A6-82FB-2C02E2153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AB269-5EA1-421C-8735-AB8E69ED47B0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6C40B4-E2B8-37F7-DCFA-A79B9D63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77474-0890-85E7-EA68-063CF96D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64DA-920B-4960-869C-37E9D542EC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437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716CB-FBED-1B17-2623-6892F892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E8A27-5FBF-8FAA-1D11-A5C804190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377B-C588-F36F-EDC9-4B2F52655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0FC8A-FCEB-845C-2D6D-04DDEE4B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AB269-5EA1-421C-8735-AB8E69ED47B0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65740-3C13-2D99-7E31-176D2C754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C75EA-6B70-E775-B80F-12255465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64DA-920B-4960-869C-37E9D542EC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4360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DA134-83F6-D17F-3C09-0514AB19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5405E-C374-1FFC-7EC5-633F4D071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F00E0-9194-4113-EB59-E38C9207F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CE1C7-A185-8BF6-7BBE-E256F650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AB269-5EA1-421C-8735-AB8E69ED47B0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A91F0-509F-3B24-5BC2-9590D758C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E3F2F-81C4-D8CB-F4A6-4D32D3816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64DA-920B-4960-869C-37E9D542EC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1297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8C6F-A9C7-003C-0B1E-0468F70E4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8FCD4-A46F-1BF3-CAE2-FBAF687E2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61D14-0C99-3384-E576-A2452559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AB269-5EA1-421C-8735-AB8E69ED47B0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92343-0114-7226-6FE7-24E199A7D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CB88F-62D9-73E6-A487-D68800639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64DA-920B-4960-869C-37E9D542EC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731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C039CF-DBF4-E1FE-1D9F-CF821B6C4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D2ACC-D907-12F0-E098-B220B59D0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01846-1C8E-D3C8-BA6D-B511F87F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AB269-5EA1-421C-8735-AB8E69ED47B0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49E3E-7A49-9F0F-AF90-F34F271EC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2D5EC-0ADD-1EF4-3447-2019A8245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64DA-920B-4960-869C-37E9D542EC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8824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231814-8F40-0117-A74F-D0558A7FB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2F052-2A80-B937-93C1-9C0AEE618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3B9CC-F7D3-58A5-7DDF-27E32AE070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9AB269-5EA1-421C-8735-AB8E69ED47B0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622B8-2419-3617-302B-B948B3387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4BE8C-4451-31D3-D415-32DC2AAEE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464DA-920B-4960-869C-37E9D542EC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983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iff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10" Type="http://schemas.openxmlformats.org/officeDocument/2006/relationships/image" Target="../media/image9.tiff"/><Relationship Id="rId4" Type="http://schemas.openxmlformats.org/officeDocument/2006/relationships/image" Target="../media/image3.tiff"/><Relationship Id="rId9" Type="http://schemas.openxmlformats.org/officeDocument/2006/relationships/image" Target="../media/image8.png"/><Relationship Id="rId14" Type="http://schemas.openxmlformats.org/officeDocument/2006/relationships/image" Target="../media/image1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74CA1A-93FB-6B49-488C-AB3C0C40C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973924"/>
              </p:ext>
            </p:extLst>
          </p:nvPr>
        </p:nvGraphicFramePr>
        <p:xfrm>
          <a:off x="250371" y="227148"/>
          <a:ext cx="11658600" cy="63369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5860">
                  <a:extLst>
                    <a:ext uri="{9D8B030D-6E8A-4147-A177-3AD203B41FA5}">
                      <a16:colId xmlns:a16="http://schemas.microsoft.com/office/drawing/2014/main" val="2992926468"/>
                    </a:ext>
                  </a:extLst>
                </a:gridCol>
                <a:gridCol w="2623185">
                  <a:extLst>
                    <a:ext uri="{9D8B030D-6E8A-4147-A177-3AD203B41FA5}">
                      <a16:colId xmlns:a16="http://schemas.microsoft.com/office/drawing/2014/main" val="3158290235"/>
                    </a:ext>
                  </a:extLst>
                </a:gridCol>
                <a:gridCol w="2623185">
                  <a:extLst>
                    <a:ext uri="{9D8B030D-6E8A-4147-A177-3AD203B41FA5}">
                      <a16:colId xmlns:a16="http://schemas.microsoft.com/office/drawing/2014/main" val="4022295185"/>
                    </a:ext>
                  </a:extLst>
                </a:gridCol>
                <a:gridCol w="2623185">
                  <a:extLst>
                    <a:ext uri="{9D8B030D-6E8A-4147-A177-3AD203B41FA5}">
                      <a16:colId xmlns:a16="http://schemas.microsoft.com/office/drawing/2014/main" val="2077190766"/>
                    </a:ext>
                  </a:extLst>
                </a:gridCol>
                <a:gridCol w="2623185">
                  <a:extLst>
                    <a:ext uri="{9D8B030D-6E8A-4147-A177-3AD203B41FA5}">
                      <a16:colId xmlns:a16="http://schemas.microsoft.com/office/drawing/2014/main" val="1631929849"/>
                    </a:ext>
                  </a:extLst>
                </a:gridCol>
              </a:tblGrid>
              <a:tr h="550354"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RGB</a:t>
                      </a:r>
                      <a:endParaRPr lang="LID4096" b="1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Grayscale</a:t>
                      </a:r>
                      <a:endParaRPr lang="LID4096" b="1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CYMK</a:t>
                      </a:r>
                      <a:endParaRPr lang="LID4096" b="1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HSL</a:t>
                      </a:r>
                      <a:endParaRPr lang="LID4096" b="1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252701"/>
                  </a:ext>
                </a:extLst>
              </a:tr>
              <a:tr h="144664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.tiff</a:t>
                      </a:r>
                      <a:endParaRPr lang="LID4096" b="1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915058"/>
                  </a:ext>
                </a:extLst>
              </a:tr>
              <a:tr h="144664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.jpeg</a:t>
                      </a:r>
                      <a:endParaRPr lang="LID4096" b="1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578643"/>
                  </a:ext>
                </a:extLst>
              </a:tr>
              <a:tr h="144664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.gif</a:t>
                      </a:r>
                      <a:endParaRPr lang="LID4096" b="1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-</a:t>
                      </a:r>
                      <a:endParaRPr lang="LID4096" sz="4800" b="1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13570"/>
                  </a:ext>
                </a:extLst>
              </a:tr>
              <a:tr h="144664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.png</a:t>
                      </a:r>
                      <a:endParaRPr lang="LID4096" b="1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4800" b="1" kern="1200" dirty="0">
                          <a:solidFill>
                            <a:schemeClr val="tx1"/>
                          </a:solidFill>
                          <a:latin typeface="David" panose="020E0502060401010101" pitchFamily="34" charset="-79"/>
                          <a:ea typeface="+mn-ea"/>
                          <a:cs typeface="David" panose="020E0502060401010101" pitchFamily="34" charset="-79"/>
                        </a:rPr>
                        <a:t>-</a:t>
                      </a:r>
                      <a:endParaRPr lang="LID4096" sz="4800" b="1" kern="1200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ea typeface="+mn-ea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8348569"/>
                  </a:ext>
                </a:extLst>
              </a:tr>
            </a:tbl>
          </a:graphicData>
        </a:graphic>
      </p:graphicFrame>
      <p:pic>
        <p:nvPicPr>
          <p:cNvPr id="9" name="Picture 8" descr="A person with a beard smiling&#10;&#10;Description automatically generated">
            <a:extLst>
              <a:ext uri="{FF2B5EF4-FFF2-40B4-BE49-F238E27FC236}">
                <a16:creationId xmlns:a16="http://schemas.microsoft.com/office/drawing/2014/main" id="{AF01970F-6DAB-3EC5-4E1C-2B67374F5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448" y="3744686"/>
            <a:ext cx="848484" cy="1321933"/>
          </a:xfrm>
          <a:prstGeom prst="rect">
            <a:avLst/>
          </a:prstGeom>
        </p:spPr>
      </p:pic>
      <p:pic>
        <p:nvPicPr>
          <p:cNvPr id="11" name="Picture 10" descr="A person with a beard smiling&#10;&#10;Description automatically generated">
            <a:extLst>
              <a:ext uri="{FF2B5EF4-FFF2-40B4-BE49-F238E27FC236}">
                <a16:creationId xmlns:a16="http://schemas.microsoft.com/office/drawing/2014/main" id="{748EAA6F-CC1E-609A-4F70-67A7454257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448" y="5154386"/>
            <a:ext cx="848484" cy="1321933"/>
          </a:xfrm>
          <a:prstGeom prst="rect">
            <a:avLst/>
          </a:prstGeom>
        </p:spPr>
      </p:pic>
      <p:pic>
        <p:nvPicPr>
          <p:cNvPr id="13" name="Picture 12" descr="A person with a beard smiling&#10;&#10;Description automatically generated">
            <a:extLst>
              <a:ext uri="{FF2B5EF4-FFF2-40B4-BE49-F238E27FC236}">
                <a16:creationId xmlns:a16="http://schemas.microsoft.com/office/drawing/2014/main" id="{3AF9D120-806E-D7F8-900C-7B1DC17E8F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448" y="832418"/>
            <a:ext cx="848484" cy="1321932"/>
          </a:xfrm>
          <a:prstGeom prst="rect">
            <a:avLst/>
          </a:prstGeom>
        </p:spPr>
      </p:pic>
      <p:pic>
        <p:nvPicPr>
          <p:cNvPr id="15" name="Picture 14" descr="A person with a beard smiling&#10;&#10;Description automatically generated">
            <a:extLst>
              <a:ext uri="{FF2B5EF4-FFF2-40B4-BE49-F238E27FC236}">
                <a16:creationId xmlns:a16="http://schemas.microsoft.com/office/drawing/2014/main" id="{A1CCB5B7-A80B-AE7B-855B-F23D6D60BC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448" y="2272007"/>
            <a:ext cx="848484" cy="1321933"/>
          </a:xfrm>
          <a:prstGeom prst="rect">
            <a:avLst/>
          </a:prstGeom>
        </p:spPr>
      </p:pic>
      <p:pic>
        <p:nvPicPr>
          <p:cNvPr id="17" name="Picture 16" descr="A person with a beard&#10;&#10;Description automatically generated">
            <a:extLst>
              <a:ext uri="{FF2B5EF4-FFF2-40B4-BE49-F238E27FC236}">
                <a16:creationId xmlns:a16="http://schemas.microsoft.com/office/drawing/2014/main" id="{7191985E-2765-7E3C-372C-177B1127A8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991" y="832418"/>
            <a:ext cx="848485" cy="1321934"/>
          </a:xfrm>
          <a:prstGeom prst="rect">
            <a:avLst/>
          </a:prstGeom>
        </p:spPr>
      </p:pic>
      <p:pic>
        <p:nvPicPr>
          <p:cNvPr id="19" name="Picture 18" descr="A person with a beard&#10;&#10;Description automatically generated">
            <a:extLst>
              <a:ext uri="{FF2B5EF4-FFF2-40B4-BE49-F238E27FC236}">
                <a16:creationId xmlns:a16="http://schemas.microsoft.com/office/drawing/2014/main" id="{D7BE7919-EFDB-1D15-8085-5A539804F3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949" y="2272007"/>
            <a:ext cx="848484" cy="1321933"/>
          </a:xfrm>
          <a:prstGeom prst="rect">
            <a:avLst/>
          </a:prstGeom>
        </p:spPr>
      </p:pic>
      <p:pic>
        <p:nvPicPr>
          <p:cNvPr id="21" name="Picture 20" descr="A person with a beard&#10;&#10;Description automatically generated">
            <a:extLst>
              <a:ext uri="{FF2B5EF4-FFF2-40B4-BE49-F238E27FC236}">
                <a16:creationId xmlns:a16="http://schemas.microsoft.com/office/drawing/2014/main" id="{0265B4C1-45F6-A35A-3313-9918AEDF10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950" y="3744686"/>
            <a:ext cx="848484" cy="1321933"/>
          </a:xfrm>
          <a:prstGeom prst="rect">
            <a:avLst/>
          </a:prstGeom>
        </p:spPr>
      </p:pic>
      <p:pic>
        <p:nvPicPr>
          <p:cNvPr id="23" name="Picture 22" descr="A person with a beard&#10;&#10;Description automatically generated">
            <a:extLst>
              <a:ext uri="{FF2B5EF4-FFF2-40B4-BE49-F238E27FC236}">
                <a16:creationId xmlns:a16="http://schemas.microsoft.com/office/drawing/2014/main" id="{8A0F8028-8885-1F85-21A7-2E8A4C1156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949" y="5200990"/>
            <a:ext cx="848485" cy="1321934"/>
          </a:xfrm>
          <a:prstGeom prst="rect">
            <a:avLst/>
          </a:prstGeom>
        </p:spPr>
      </p:pic>
      <p:pic>
        <p:nvPicPr>
          <p:cNvPr id="25" name="Picture 24" descr="A person with a beard and mustache&#10;&#10;Description automatically generated">
            <a:extLst>
              <a:ext uri="{FF2B5EF4-FFF2-40B4-BE49-F238E27FC236}">
                <a16:creationId xmlns:a16="http://schemas.microsoft.com/office/drawing/2014/main" id="{90F420D3-67E2-B763-86C6-DCA41A9971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9914" y="832419"/>
            <a:ext cx="848484" cy="1321932"/>
          </a:xfrm>
          <a:prstGeom prst="rect">
            <a:avLst/>
          </a:prstGeom>
        </p:spPr>
      </p:pic>
      <p:pic>
        <p:nvPicPr>
          <p:cNvPr id="27" name="Picture 26" descr="A person with a beard and mustache&#10;&#10;Description automatically generated">
            <a:extLst>
              <a:ext uri="{FF2B5EF4-FFF2-40B4-BE49-F238E27FC236}">
                <a16:creationId xmlns:a16="http://schemas.microsoft.com/office/drawing/2014/main" id="{2658A134-9736-C2CA-4502-1F209691BC4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9914" y="2272007"/>
            <a:ext cx="848484" cy="1321933"/>
          </a:xfrm>
          <a:prstGeom prst="rect">
            <a:avLst/>
          </a:prstGeom>
        </p:spPr>
      </p:pic>
      <p:pic>
        <p:nvPicPr>
          <p:cNvPr id="29" name="Picture 28" descr="A person with a beard and mustache&#10;&#10;Description automatically generated">
            <a:extLst>
              <a:ext uri="{FF2B5EF4-FFF2-40B4-BE49-F238E27FC236}">
                <a16:creationId xmlns:a16="http://schemas.microsoft.com/office/drawing/2014/main" id="{38FB84F2-4DDC-738B-5FBB-D264084E7C5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9914" y="3744686"/>
            <a:ext cx="848484" cy="1321933"/>
          </a:xfrm>
          <a:prstGeom prst="rect">
            <a:avLst/>
          </a:prstGeom>
        </p:spPr>
      </p:pic>
      <p:pic>
        <p:nvPicPr>
          <p:cNvPr id="31" name="Picture 30" descr="A person with a beard and mustache&#10;&#10;Description automatically generated">
            <a:extLst>
              <a:ext uri="{FF2B5EF4-FFF2-40B4-BE49-F238E27FC236}">
                <a16:creationId xmlns:a16="http://schemas.microsoft.com/office/drawing/2014/main" id="{981A7462-1505-D3F0-C9AA-0E7D38F7CB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9913" y="5154385"/>
            <a:ext cx="848485" cy="1321934"/>
          </a:xfrm>
          <a:prstGeom prst="rect">
            <a:avLst/>
          </a:prstGeom>
        </p:spPr>
      </p:pic>
      <p:pic>
        <p:nvPicPr>
          <p:cNvPr id="33" name="Picture 32" descr="A person with a beard and mustache&#10;&#10;Description automatically generated">
            <a:extLst>
              <a:ext uri="{FF2B5EF4-FFF2-40B4-BE49-F238E27FC236}">
                <a16:creationId xmlns:a16="http://schemas.microsoft.com/office/drawing/2014/main" id="{0233122E-E265-ACB9-AE3F-92250C20887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904" y="832416"/>
            <a:ext cx="848485" cy="1321934"/>
          </a:xfrm>
          <a:prstGeom prst="rect">
            <a:avLst/>
          </a:prstGeom>
        </p:spPr>
      </p:pic>
      <p:pic>
        <p:nvPicPr>
          <p:cNvPr id="35" name="Picture 34" descr="A person with a beard and mustache&#10;&#10;Description automatically generated">
            <a:extLst>
              <a:ext uri="{FF2B5EF4-FFF2-40B4-BE49-F238E27FC236}">
                <a16:creationId xmlns:a16="http://schemas.microsoft.com/office/drawing/2014/main" id="{F1B33848-3A61-0A15-8795-8D7C387C96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903" y="2272007"/>
            <a:ext cx="848485" cy="132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79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orse running in a field&#10;&#10;Description automatically generated">
            <a:extLst>
              <a:ext uri="{FF2B5EF4-FFF2-40B4-BE49-F238E27FC236}">
                <a16:creationId xmlns:a16="http://schemas.microsoft.com/office/drawing/2014/main" id="{8A897405-EF71-778F-4C68-1AB911FFE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972" y="1758043"/>
            <a:ext cx="3754815" cy="2758640"/>
          </a:xfrm>
          <a:prstGeom prst="rect">
            <a:avLst/>
          </a:prstGeom>
        </p:spPr>
      </p:pic>
      <p:pic>
        <p:nvPicPr>
          <p:cNvPr id="7" name="Picture 6" descr="A horse running in a field&#10;&#10;Description automatically generated">
            <a:extLst>
              <a:ext uri="{FF2B5EF4-FFF2-40B4-BE49-F238E27FC236}">
                <a16:creationId xmlns:a16="http://schemas.microsoft.com/office/drawing/2014/main" id="{BD253AB5-9A8A-72B8-CE97-E9A87100E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529" y="1758043"/>
            <a:ext cx="3754816" cy="2758640"/>
          </a:xfrm>
          <a:prstGeom prst="rect">
            <a:avLst/>
          </a:prstGeom>
        </p:spPr>
      </p:pic>
      <p:pic>
        <p:nvPicPr>
          <p:cNvPr id="9" name="Picture 8" descr="A horse running in a field&#10;&#10;Description automatically generated">
            <a:extLst>
              <a:ext uri="{FF2B5EF4-FFF2-40B4-BE49-F238E27FC236}">
                <a16:creationId xmlns:a16="http://schemas.microsoft.com/office/drawing/2014/main" id="{140C7645-4CF1-695A-6EF8-8FBCAFED0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03" y="1839685"/>
            <a:ext cx="3643692" cy="267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72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EA79F7-A161-35B8-2691-06258E74D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562"/>
            <a:ext cx="7507060" cy="48568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118CC8-2537-8B83-31F7-2A017E2519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434"/>
          <a:stretch/>
        </p:blipFill>
        <p:spPr>
          <a:xfrm>
            <a:off x="8744375" y="1000562"/>
            <a:ext cx="3345571" cy="485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0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14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David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Tamir Levin</dc:creator>
  <cp:lastModifiedBy>Tamir Levin</cp:lastModifiedBy>
  <cp:revision>3</cp:revision>
  <dcterms:created xsi:type="dcterms:W3CDTF">2024-12-24T13:32:42Z</dcterms:created>
  <dcterms:modified xsi:type="dcterms:W3CDTF">2024-12-24T15:02:40Z</dcterms:modified>
</cp:coreProperties>
</file>